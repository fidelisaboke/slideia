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Title Placeholder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Subtitle Placeholder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Content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Bullet 1</a:t>
            </a:r>
          </a:p>
          <a:p>
            <a:r>
              <a:t> Bullet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